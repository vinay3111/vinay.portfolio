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5" r:id="rId4"/>
    <p:sldId id="457" r:id="rId5"/>
    <p:sldId id="458" r:id="rId6"/>
    <p:sldId id="459" r:id="rId7"/>
    <p:sldId id="460" r:id="rId8"/>
    <p:sldId id="4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8B4"/>
    <a:srgbClr val="5DE99C"/>
    <a:srgbClr val="006600"/>
    <a:srgbClr val="71D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01D0-6FDF-D728-123A-E972551E2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F5C5E-3739-2802-604D-B4F9DA4EB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DB3E-8984-A5CE-4506-6D938AE2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773A4-A9F2-7288-C0B3-3CF86D64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E68B-D848-A7CA-10A3-8769152C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9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C37B-89AD-09B6-2E9E-B7EDD940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5F0DA-4F42-F252-23C1-4E498777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1E4DF-347E-F287-CC4F-93609AC0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50604-D22E-9A68-9EF1-C3E0A764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026BB-C12F-B5D5-3EDE-0F96C778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6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ECE0-BA66-EBA5-2A45-CF712A48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91FB3-7F9C-3754-FEC3-4FF657BFE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FC8E-2EBB-48FD-9672-3E442A38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4EEF-F2BF-FDE5-E7FF-3E3276C8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0D4D9-18AE-A1FC-8B5F-99DF31FD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7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A7A4-CEFB-3950-BD44-B54C46FE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98032-430E-9967-EB22-4E809C1CB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497A9-E29B-7CAB-23BF-62B8B9E62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550BC-7A72-D140-39D0-A355C88A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2F523-7ABB-5F40-D717-108EFF14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12ACC-3263-C9C6-3775-2C07A411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2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D938-710F-E5C6-0884-F4544E85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E3437-DB8D-D0CD-F462-E7F110CCD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1172F-E55B-C78E-C1BA-4E5142949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008FD-93D4-204F-38D3-A106EDB82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CB0A8-418D-F655-F9BF-1DB5BD788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EAAB8-644D-7CD0-F327-3066B47E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40ADC-57A2-6660-4B1D-8CEFFF7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BBD1B-72AB-40E1-AF3D-0E3A87B9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3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73FB-60AB-08DB-4DFB-683B22E76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299DD-8C5D-7E25-BF2B-6F242171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8EAA-6C64-BB27-7097-5CB43E36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FC011-81BF-BFAF-97F9-8C9150B0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8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395C2-7809-B830-43B4-780133CA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8F371-7A3C-8E13-FDC1-5C364752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6725-63F8-7AF3-A0AD-766A0C473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6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AA5F-0F66-228D-F9F8-FE8EA697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4464-FC57-E732-66B1-02239433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2201A-7B27-A31F-0D35-EE2052195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6E3F9-09AF-659D-5CF5-E6BC0E00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B93CA-1856-023D-AC2F-4AC0ECCC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37795-9A65-7CC1-CF2D-D93FB6F5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2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7DEE-4B45-4AEA-0EEB-E433866E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52DC0-6B6C-0E72-262E-BA5C34806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6282D-A4A3-B29D-1D22-6CDFAB3E6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89FD2-1922-4C98-0709-1427408A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1B540-1B41-48CA-40BD-1B8499C9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D210D-11EB-6A24-2689-53FAF041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32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49AC-FD0B-B28C-0B13-15DA44FF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32EE5-C1F5-65CE-9152-D6E76A6E3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2243A-F867-A130-ECCC-3EF8BFD9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3AFC8-ED36-86AB-F1A7-3139C5A4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4B035-DA37-9FFA-FAB5-C2E690CB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5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EA432-A416-33AD-646F-3A5E0C44F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7FED8-873D-6CCB-38FB-1262FF95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E7D03-4FAE-559A-4C28-84698818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E8550-9F64-40B4-228B-466457BD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2407-E159-E9FF-B09B-B111D8E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1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50BC1-5D86-6253-A1A2-56B07E2A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E2510-938F-1741-16EB-5EAF5E92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8973-4736-3141-3610-02D426A65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2F699-DE39-49CA-9B67-9ECF9A557E20}" type="datetimeFigureOut">
              <a:rPr lang="en-IN" smtClean="0"/>
              <a:t>24-08-2022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7566-335B-A5F2-5387-996575E74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8499E-6280-F9CA-89F3-8F9653B7E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A3CF5-2B21-40BB-8911-1AE9248B0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landscape-trees-new-forest-background-trees-tree-hd-nature-wallp-wallpaper-peaw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ssbsresources.com/technology/pixl-maths-ap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ssbsresources.com/technology/pixl-maths-ap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ssbsresources.com/technology/pixl-maths-ap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banana trees during daytime">
            <a:extLst>
              <a:ext uri="{FF2B5EF4-FFF2-40B4-BE49-F238E27FC236}">
                <a16:creationId xmlns:a16="http://schemas.microsoft.com/office/drawing/2014/main" id="{D7CADA16-ACC0-9852-C228-DB23E48C0F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ABB93F-1DE1-A07A-7155-C20FE07DB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11500" b="1" dirty="0">
                <a:solidFill>
                  <a:srgbClr val="5DE99C"/>
                </a:solidFill>
                <a:latin typeface="Baguet Script" panose="020B0604020202020204" pitchFamily="2" charset="0"/>
              </a:rPr>
              <a:t>Biodiv</a:t>
            </a:r>
            <a:r>
              <a:rPr lang="en-IN" sz="11500" b="1" dirty="0">
                <a:solidFill>
                  <a:srgbClr val="92D050"/>
                </a:solidFill>
                <a:latin typeface="Baguet Script" panose="020B0604020202020204" pitchFamily="2" charset="0"/>
              </a:rPr>
              <a:t>ersity </a:t>
            </a:r>
          </a:p>
        </p:txBody>
      </p:sp>
    </p:spTree>
    <p:extLst>
      <p:ext uri="{BB962C8B-B14F-4D97-AF65-F5344CB8AC3E}">
        <p14:creationId xmlns:p14="http://schemas.microsoft.com/office/powerpoint/2010/main" val="1483141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BA8266-56F4-687E-BA10-3EE58DA0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70" b="777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56D5E-FA54-E4D7-072C-44104EEF2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59" y="17743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r-IN" sz="7200" dirty="0">
                <a:solidFill>
                  <a:schemeClr val="accent2"/>
                </a:solidFill>
                <a:latin typeface="Baguet Script" panose="00000500000000000000" pitchFamily="2" charset="0"/>
              </a:rPr>
              <a:t>सोडा </a:t>
            </a:r>
            <a:r>
              <a:rPr lang="en-IN" sz="7200" dirty="0">
                <a:solidFill>
                  <a:schemeClr val="accent2"/>
                </a:solidFill>
                <a:latin typeface="Baguet Script" panose="00000500000000000000" pitchFamily="2" charset="0"/>
              </a:rPr>
              <a:t>Virtual </a:t>
            </a:r>
          </a:p>
          <a:p>
            <a:pPr marL="0" indent="0">
              <a:buNone/>
            </a:pPr>
            <a:r>
              <a:rPr lang="mr-IN" sz="7200" dirty="0">
                <a:solidFill>
                  <a:srgbClr val="71D5E9"/>
                </a:solidFill>
                <a:latin typeface="Baguet Script" panose="00000500000000000000" pitchFamily="2" charset="0"/>
              </a:rPr>
              <a:t>आणि</a:t>
            </a:r>
            <a:r>
              <a:rPr lang="mr-IN" sz="7200" dirty="0">
                <a:latin typeface="Baguet Script" panose="000005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mr-IN" sz="7200" dirty="0">
                <a:solidFill>
                  <a:srgbClr val="5DE99C"/>
                </a:solidFill>
                <a:latin typeface="Baguet Script" panose="00000500000000000000" pitchFamily="2" charset="0"/>
              </a:rPr>
              <a:t>जगा </a:t>
            </a:r>
            <a:r>
              <a:rPr lang="en-IN" sz="7200" dirty="0">
                <a:solidFill>
                  <a:srgbClr val="5DE99C"/>
                </a:solidFill>
                <a:latin typeface="Baguet Script" panose="00000500000000000000" pitchFamily="2" charset="0"/>
              </a:rPr>
              <a:t>Actual </a:t>
            </a:r>
          </a:p>
        </p:txBody>
      </p:sp>
    </p:spTree>
    <p:extLst>
      <p:ext uri="{BB962C8B-B14F-4D97-AF65-F5344CB8AC3E}">
        <p14:creationId xmlns:p14="http://schemas.microsoft.com/office/powerpoint/2010/main" val="3025718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ree, grass, plant, beech">
            <a:extLst>
              <a:ext uri="{FF2B5EF4-FFF2-40B4-BE49-F238E27FC236}">
                <a16:creationId xmlns:a16="http://schemas.microsoft.com/office/drawing/2014/main" id="{E320C396-F068-15A5-BC1F-BF260ACAE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1" b="61"/>
          <a:stretch/>
        </p:blipFill>
        <p:spPr>
          <a:xfrm>
            <a:off x="4" y="2384"/>
            <a:ext cx="12187762" cy="685561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BCC5505-0E9F-4C00-9390-F0820BD24695}"/>
              </a:ext>
            </a:extLst>
          </p:cNvPr>
          <p:cNvGrpSpPr/>
          <p:nvPr/>
        </p:nvGrpSpPr>
        <p:grpSpPr>
          <a:xfrm>
            <a:off x="1564109" y="2434051"/>
            <a:ext cx="2385387" cy="2383200"/>
            <a:chOff x="1564109" y="2434051"/>
            <a:chExt cx="2385387" cy="23832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BA412F-E755-418C-B64A-84932F4988DD}"/>
                </a:ext>
              </a:extLst>
            </p:cNvPr>
            <p:cNvSpPr/>
            <p:nvPr/>
          </p:nvSpPr>
          <p:spPr>
            <a:xfrm>
              <a:off x="1564109" y="2434051"/>
              <a:ext cx="2383200" cy="23832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67E5A0-DC87-4510-B15B-55C9374245A5}"/>
                </a:ext>
              </a:extLst>
            </p:cNvPr>
            <p:cNvSpPr/>
            <p:nvPr/>
          </p:nvSpPr>
          <p:spPr>
            <a:xfrm>
              <a:off x="1565876" y="2548520"/>
              <a:ext cx="2383620" cy="1026558"/>
            </a:xfrm>
            <a:custGeom>
              <a:avLst/>
              <a:gdLst>
                <a:gd name="connsiteX0" fmla="*/ 553500 w 2570400"/>
                <a:gd name="connsiteY0" fmla="*/ 0 h 1106999"/>
                <a:gd name="connsiteX1" fmla="*/ 2016900 w 2570400"/>
                <a:gd name="connsiteY1" fmla="*/ 0 h 1106999"/>
                <a:gd name="connsiteX2" fmla="*/ 2570400 w 2570400"/>
                <a:gd name="connsiteY2" fmla="*/ 1106999 h 1106999"/>
                <a:gd name="connsiteX3" fmla="*/ 0 w 2570400"/>
                <a:gd name="connsiteY3" fmla="*/ 1106999 h 1106999"/>
                <a:gd name="connsiteX4" fmla="*/ 553500 w 2570400"/>
                <a:gd name="connsiteY4" fmla="*/ 0 h 110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0400" h="1106999">
                  <a:moveTo>
                    <a:pt x="553500" y="0"/>
                  </a:moveTo>
                  <a:lnTo>
                    <a:pt x="2016900" y="0"/>
                  </a:lnTo>
                  <a:lnTo>
                    <a:pt x="2570400" y="1106999"/>
                  </a:lnTo>
                  <a:lnTo>
                    <a:pt x="0" y="1106999"/>
                  </a:lnTo>
                  <a:lnTo>
                    <a:pt x="5535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5DE99C">
                    <a:shade val="30000"/>
                    <a:satMod val="115000"/>
                  </a:srgbClr>
                </a:gs>
                <a:gs pos="50000">
                  <a:srgbClr val="5DE99C">
                    <a:shade val="67500"/>
                    <a:satMod val="115000"/>
                  </a:srgbClr>
                </a:gs>
                <a:gs pos="100000">
                  <a:srgbClr val="5DE99C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A99EF0-A4E5-4D9E-A9F9-AD67C35EF4FB}"/>
              </a:ext>
            </a:extLst>
          </p:cNvPr>
          <p:cNvSpPr/>
          <p:nvPr/>
        </p:nvSpPr>
        <p:spPr>
          <a:xfrm>
            <a:off x="1293550" y="2307593"/>
            <a:ext cx="8422560" cy="2532887"/>
          </a:xfrm>
          <a:custGeom>
            <a:avLst/>
            <a:gdLst>
              <a:gd name="connsiteX0" fmla="*/ 633222 w 8422560"/>
              <a:gd name="connsiteY0" fmla="*/ 1 h 2532887"/>
              <a:gd name="connsiteX1" fmla="*/ 2292858 w 8422560"/>
              <a:gd name="connsiteY1" fmla="*/ 1 h 2532887"/>
              <a:gd name="connsiteX2" fmla="*/ 2926080 w 8422560"/>
              <a:gd name="connsiteY2" fmla="*/ 1266444 h 2532887"/>
              <a:gd name="connsiteX3" fmla="*/ 3479580 w 8422560"/>
              <a:gd name="connsiteY3" fmla="*/ 2373443 h 2532887"/>
              <a:gd name="connsiteX4" fmla="*/ 4942980 w 8422560"/>
              <a:gd name="connsiteY4" fmla="*/ 2373443 h 2532887"/>
              <a:gd name="connsiteX5" fmla="*/ 5496480 w 8422560"/>
              <a:gd name="connsiteY5" fmla="*/ 1266444 h 2532887"/>
              <a:gd name="connsiteX6" fmla="*/ 5674320 w 8422560"/>
              <a:gd name="connsiteY6" fmla="*/ 1266444 h 2532887"/>
              <a:gd name="connsiteX7" fmla="*/ 5041098 w 8422560"/>
              <a:gd name="connsiteY7" fmla="*/ 2532887 h 2532887"/>
              <a:gd name="connsiteX8" fmla="*/ 3381462 w 8422560"/>
              <a:gd name="connsiteY8" fmla="*/ 2532887 h 2532887"/>
              <a:gd name="connsiteX9" fmla="*/ 2748240 w 8422560"/>
              <a:gd name="connsiteY9" fmla="*/ 1266444 h 2532887"/>
              <a:gd name="connsiteX10" fmla="*/ 2194740 w 8422560"/>
              <a:gd name="connsiteY10" fmla="*/ 159445 h 2532887"/>
              <a:gd name="connsiteX11" fmla="*/ 731340 w 8422560"/>
              <a:gd name="connsiteY11" fmla="*/ 159445 h 2532887"/>
              <a:gd name="connsiteX12" fmla="*/ 177840 w 8422560"/>
              <a:gd name="connsiteY12" fmla="*/ 1266444 h 2532887"/>
              <a:gd name="connsiteX13" fmla="*/ 0 w 8422560"/>
              <a:gd name="connsiteY13" fmla="*/ 1266444 h 2532887"/>
              <a:gd name="connsiteX14" fmla="*/ 6129702 w 8422560"/>
              <a:gd name="connsiteY14" fmla="*/ 0 h 2532887"/>
              <a:gd name="connsiteX15" fmla="*/ 7789338 w 8422560"/>
              <a:gd name="connsiteY15" fmla="*/ 0 h 2532887"/>
              <a:gd name="connsiteX16" fmla="*/ 8422560 w 8422560"/>
              <a:gd name="connsiteY16" fmla="*/ 1266443 h 2532887"/>
              <a:gd name="connsiteX17" fmla="*/ 8244720 w 8422560"/>
              <a:gd name="connsiteY17" fmla="*/ 1266443 h 2532887"/>
              <a:gd name="connsiteX18" fmla="*/ 7691220 w 8422560"/>
              <a:gd name="connsiteY18" fmla="*/ 159444 h 2532887"/>
              <a:gd name="connsiteX19" fmla="*/ 6227820 w 8422560"/>
              <a:gd name="connsiteY19" fmla="*/ 159444 h 2532887"/>
              <a:gd name="connsiteX20" fmla="*/ 5674320 w 8422560"/>
              <a:gd name="connsiteY20" fmla="*/ 1266443 h 2532887"/>
              <a:gd name="connsiteX21" fmla="*/ 5496480 w 8422560"/>
              <a:gd name="connsiteY21" fmla="*/ 1266443 h 253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422560" h="2532887">
                <a:moveTo>
                  <a:pt x="633222" y="1"/>
                </a:moveTo>
                <a:lnTo>
                  <a:pt x="2292858" y="1"/>
                </a:lnTo>
                <a:lnTo>
                  <a:pt x="2926080" y="1266444"/>
                </a:lnTo>
                <a:lnTo>
                  <a:pt x="3479580" y="2373443"/>
                </a:lnTo>
                <a:lnTo>
                  <a:pt x="4942980" y="2373443"/>
                </a:lnTo>
                <a:lnTo>
                  <a:pt x="5496480" y="1266444"/>
                </a:lnTo>
                <a:lnTo>
                  <a:pt x="5674320" y="1266444"/>
                </a:lnTo>
                <a:lnTo>
                  <a:pt x="5041098" y="2532887"/>
                </a:lnTo>
                <a:lnTo>
                  <a:pt x="3381462" y="2532887"/>
                </a:lnTo>
                <a:lnTo>
                  <a:pt x="2748240" y="1266444"/>
                </a:lnTo>
                <a:lnTo>
                  <a:pt x="2194740" y="159445"/>
                </a:lnTo>
                <a:lnTo>
                  <a:pt x="731340" y="159445"/>
                </a:lnTo>
                <a:lnTo>
                  <a:pt x="177840" y="1266444"/>
                </a:lnTo>
                <a:lnTo>
                  <a:pt x="0" y="1266444"/>
                </a:lnTo>
                <a:close/>
                <a:moveTo>
                  <a:pt x="6129702" y="0"/>
                </a:moveTo>
                <a:lnTo>
                  <a:pt x="7789338" y="0"/>
                </a:lnTo>
                <a:lnTo>
                  <a:pt x="8422560" y="1266443"/>
                </a:lnTo>
                <a:lnTo>
                  <a:pt x="8244720" y="1266443"/>
                </a:lnTo>
                <a:lnTo>
                  <a:pt x="7691220" y="159444"/>
                </a:lnTo>
                <a:lnTo>
                  <a:pt x="6227820" y="159444"/>
                </a:lnTo>
                <a:lnTo>
                  <a:pt x="5674320" y="1266443"/>
                </a:lnTo>
                <a:lnTo>
                  <a:pt x="5496480" y="126644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4FC75A-0622-4B35-8891-835AFE246AE4}"/>
              </a:ext>
            </a:extLst>
          </p:cNvPr>
          <p:cNvSpPr txBox="1"/>
          <p:nvPr/>
        </p:nvSpPr>
        <p:spPr>
          <a:xfrm>
            <a:off x="2434520" y="260013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55D92-C068-481D-ADE2-7EFFCBDCF5AD}"/>
              </a:ext>
            </a:extLst>
          </p:cNvPr>
          <p:cNvSpPr txBox="1"/>
          <p:nvPr/>
        </p:nvSpPr>
        <p:spPr>
          <a:xfrm>
            <a:off x="1735820" y="3716196"/>
            <a:ext cx="205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Baguet Script" panose="00000500000000000000" pitchFamily="2" charset="0"/>
              </a:rPr>
              <a:t>REDUCE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60AE4-BD84-43CF-997E-4DD0B6482E37}"/>
              </a:ext>
            </a:extLst>
          </p:cNvPr>
          <p:cNvSpPr txBox="1"/>
          <p:nvPr/>
        </p:nvSpPr>
        <p:spPr>
          <a:xfrm>
            <a:off x="4477716" y="2795695"/>
            <a:ext cx="205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Baguet Script" panose="00000500000000000000" pitchFamily="2" charset="0"/>
              </a:rPr>
              <a:t>REUSE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7D9D72-2070-46DE-815E-9D98A3675E2E}"/>
              </a:ext>
            </a:extLst>
          </p:cNvPr>
          <p:cNvSpPr txBox="1"/>
          <p:nvPr/>
        </p:nvSpPr>
        <p:spPr>
          <a:xfrm>
            <a:off x="7215390" y="3716196"/>
            <a:ext cx="205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Baguet Script" panose="00000500000000000000" pitchFamily="2" charset="0"/>
              </a:rPr>
              <a:t>RECYCLE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A5F5DB6-3A12-4EDD-B5FF-A85D975643B0}"/>
              </a:ext>
            </a:extLst>
          </p:cNvPr>
          <p:cNvGrpSpPr/>
          <p:nvPr/>
        </p:nvGrpSpPr>
        <p:grpSpPr>
          <a:xfrm>
            <a:off x="7051999" y="2439174"/>
            <a:ext cx="2385387" cy="2383200"/>
            <a:chOff x="1564109" y="2434051"/>
            <a:chExt cx="2385387" cy="23832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821A4CE-1716-4237-95FF-C0B2467D15F4}"/>
                </a:ext>
              </a:extLst>
            </p:cNvPr>
            <p:cNvSpPr/>
            <p:nvPr/>
          </p:nvSpPr>
          <p:spPr>
            <a:xfrm>
              <a:off x="1564109" y="2434051"/>
              <a:ext cx="2383200" cy="23832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25119F6-242C-47EE-8FAC-7DD3D98464B0}"/>
                </a:ext>
              </a:extLst>
            </p:cNvPr>
            <p:cNvSpPr/>
            <p:nvPr/>
          </p:nvSpPr>
          <p:spPr>
            <a:xfrm>
              <a:off x="1565876" y="2548520"/>
              <a:ext cx="2383620" cy="1026558"/>
            </a:xfrm>
            <a:custGeom>
              <a:avLst/>
              <a:gdLst>
                <a:gd name="connsiteX0" fmla="*/ 553500 w 2570400"/>
                <a:gd name="connsiteY0" fmla="*/ 0 h 1106999"/>
                <a:gd name="connsiteX1" fmla="*/ 2016900 w 2570400"/>
                <a:gd name="connsiteY1" fmla="*/ 0 h 1106999"/>
                <a:gd name="connsiteX2" fmla="*/ 2570400 w 2570400"/>
                <a:gd name="connsiteY2" fmla="*/ 1106999 h 1106999"/>
                <a:gd name="connsiteX3" fmla="*/ 0 w 2570400"/>
                <a:gd name="connsiteY3" fmla="*/ 1106999 h 1106999"/>
                <a:gd name="connsiteX4" fmla="*/ 553500 w 2570400"/>
                <a:gd name="connsiteY4" fmla="*/ 0 h 110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0400" h="1106999">
                  <a:moveTo>
                    <a:pt x="553500" y="0"/>
                  </a:moveTo>
                  <a:lnTo>
                    <a:pt x="2016900" y="0"/>
                  </a:lnTo>
                  <a:lnTo>
                    <a:pt x="2570400" y="1106999"/>
                  </a:lnTo>
                  <a:lnTo>
                    <a:pt x="0" y="1106999"/>
                  </a:lnTo>
                  <a:lnTo>
                    <a:pt x="5535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5DE99C">
                    <a:shade val="30000"/>
                    <a:satMod val="115000"/>
                  </a:srgbClr>
                </a:gs>
                <a:gs pos="50000">
                  <a:srgbClr val="5DE99C">
                    <a:shade val="67500"/>
                    <a:satMod val="115000"/>
                  </a:srgbClr>
                </a:gs>
                <a:gs pos="100000">
                  <a:srgbClr val="5DE99C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A2C664-555D-4EAA-8C64-7B94476A1018}"/>
              </a:ext>
            </a:extLst>
          </p:cNvPr>
          <p:cNvGrpSpPr/>
          <p:nvPr/>
        </p:nvGrpSpPr>
        <p:grpSpPr>
          <a:xfrm flipV="1">
            <a:off x="4313230" y="2331864"/>
            <a:ext cx="2385387" cy="2383200"/>
            <a:chOff x="1564109" y="2434051"/>
            <a:chExt cx="2385387" cy="23832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A6A8EF0-6B16-4EA2-9C23-BC4EDF34F6C9}"/>
                </a:ext>
              </a:extLst>
            </p:cNvPr>
            <p:cNvSpPr/>
            <p:nvPr/>
          </p:nvSpPr>
          <p:spPr>
            <a:xfrm>
              <a:off x="1565876" y="2548520"/>
              <a:ext cx="2383620" cy="1026558"/>
            </a:xfrm>
            <a:custGeom>
              <a:avLst/>
              <a:gdLst>
                <a:gd name="connsiteX0" fmla="*/ 553500 w 2570400"/>
                <a:gd name="connsiteY0" fmla="*/ 0 h 1106999"/>
                <a:gd name="connsiteX1" fmla="*/ 2016900 w 2570400"/>
                <a:gd name="connsiteY1" fmla="*/ 0 h 1106999"/>
                <a:gd name="connsiteX2" fmla="*/ 2570400 w 2570400"/>
                <a:gd name="connsiteY2" fmla="*/ 1106999 h 1106999"/>
                <a:gd name="connsiteX3" fmla="*/ 0 w 2570400"/>
                <a:gd name="connsiteY3" fmla="*/ 1106999 h 1106999"/>
                <a:gd name="connsiteX4" fmla="*/ 553500 w 2570400"/>
                <a:gd name="connsiteY4" fmla="*/ 0 h 110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0400" h="1106999">
                  <a:moveTo>
                    <a:pt x="553500" y="0"/>
                  </a:moveTo>
                  <a:lnTo>
                    <a:pt x="2016900" y="0"/>
                  </a:lnTo>
                  <a:lnTo>
                    <a:pt x="2570400" y="1106999"/>
                  </a:lnTo>
                  <a:lnTo>
                    <a:pt x="0" y="1106999"/>
                  </a:lnTo>
                  <a:lnTo>
                    <a:pt x="5535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5DE99C">
                    <a:shade val="30000"/>
                    <a:satMod val="115000"/>
                  </a:srgbClr>
                </a:gs>
                <a:gs pos="50000">
                  <a:srgbClr val="5DE99C">
                    <a:shade val="67500"/>
                    <a:satMod val="115000"/>
                  </a:srgbClr>
                </a:gs>
                <a:gs pos="100000">
                  <a:srgbClr val="5DE99C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BB4959C-5CA1-4987-996E-9CE0B88A0D46}"/>
                </a:ext>
              </a:extLst>
            </p:cNvPr>
            <p:cNvSpPr/>
            <p:nvPr/>
          </p:nvSpPr>
          <p:spPr>
            <a:xfrm>
              <a:off x="1564109" y="2434051"/>
              <a:ext cx="2383200" cy="23832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230528F-7C64-4D2A-B604-0FFD40CE3B5C}"/>
              </a:ext>
            </a:extLst>
          </p:cNvPr>
          <p:cNvSpPr txBox="1"/>
          <p:nvPr/>
        </p:nvSpPr>
        <p:spPr>
          <a:xfrm>
            <a:off x="5182760" y="37499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A12D38-6BD0-4654-B9E4-2A66C31C176A}"/>
              </a:ext>
            </a:extLst>
          </p:cNvPr>
          <p:cNvSpPr txBox="1"/>
          <p:nvPr/>
        </p:nvSpPr>
        <p:spPr>
          <a:xfrm>
            <a:off x="7993348" y="260013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767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0.22617 -0.0175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2" y="-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278 L 0.22487 0.0118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1" y="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85185E-6 L 0.22617 -0.0175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2" y="-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">
            <a:extLst>
              <a:ext uri="{FF2B5EF4-FFF2-40B4-BE49-F238E27FC236}">
                <a16:creationId xmlns:a16="http://schemas.microsoft.com/office/drawing/2014/main" id="{0204C075-B190-3C86-2158-F4A6647AE1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650" b="9650"/>
          <a:stretch/>
        </p:blipFill>
        <p:spPr>
          <a:xfrm>
            <a:off x="29911" y="0"/>
            <a:ext cx="12132177" cy="682434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C139D-56D9-4E69-A1E3-2AC08AE54541}"/>
              </a:ext>
            </a:extLst>
          </p:cNvPr>
          <p:cNvSpPr/>
          <p:nvPr/>
        </p:nvSpPr>
        <p:spPr>
          <a:xfrm>
            <a:off x="3878580" y="136398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Pls Save The Mother Earth!!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198616-9585-49CA-8533-6529B3426739}"/>
              </a:ext>
            </a:extLst>
          </p:cNvPr>
          <p:cNvSpPr/>
          <p:nvPr/>
        </p:nvSpPr>
        <p:spPr>
          <a:xfrm>
            <a:off x="38785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more 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Variety,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Better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Society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57935B-F983-4945-9854-B933220E6DAF}"/>
              </a:ext>
            </a:extLst>
          </p:cNvPr>
          <p:cNvSpPr/>
          <p:nvPr/>
        </p:nvSpPr>
        <p:spPr>
          <a:xfrm>
            <a:off x="58597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omic Sans MS" panose="030F0702030302020204" pitchFamily="66" charset="0"/>
              </a:rPr>
              <a:t>Biodiversity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Is The Key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So We Can All 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Live In Green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BDD30A-6705-4408-BC49-9AC9CB2C3E7C}"/>
              </a:ext>
            </a:extLst>
          </p:cNvPr>
          <p:cNvSpPr/>
          <p:nvPr/>
        </p:nvSpPr>
        <p:spPr>
          <a:xfrm>
            <a:off x="5859780" y="1371600"/>
            <a:ext cx="1927860" cy="1531620"/>
          </a:xfrm>
          <a:prstGeom prst="roundRect">
            <a:avLst/>
          </a:prstGeom>
          <a:solidFill>
            <a:srgbClr val="006600">
              <a:alpha val="54902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Go Green!!!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There is no planet B.</a:t>
            </a:r>
          </a:p>
        </p:txBody>
      </p:sp>
    </p:spTree>
    <p:extLst>
      <p:ext uri="{BB962C8B-B14F-4D97-AF65-F5344CB8AC3E}">
        <p14:creationId xmlns:p14="http://schemas.microsoft.com/office/powerpoint/2010/main" val="37127468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">
            <a:extLst>
              <a:ext uri="{FF2B5EF4-FFF2-40B4-BE49-F238E27FC236}">
                <a16:creationId xmlns:a16="http://schemas.microsoft.com/office/drawing/2014/main" id="{61913555-5B0F-8CD1-361F-AA283A3A42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650" b="9650"/>
          <a:stretch/>
        </p:blipFill>
        <p:spPr>
          <a:xfrm>
            <a:off x="29911" y="0"/>
            <a:ext cx="12132177" cy="682434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C139D-56D9-4E69-A1E3-2AC08AE54541}"/>
              </a:ext>
            </a:extLst>
          </p:cNvPr>
          <p:cNvSpPr/>
          <p:nvPr/>
        </p:nvSpPr>
        <p:spPr>
          <a:xfrm>
            <a:off x="3878580" y="136398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Pls Save The Mother Earth!!</a:t>
            </a:r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198616-9585-49CA-8533-6529B3426739}"/>
              </a:ext>
            </a:extLst>
          </p:cNvPr>
          <p:cNvSpPr/>
          <p:nvPr/>
        </p:nvSpPr>
        <p:spPr>
          <a:xfrm>
            <a:off x="38785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more 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Variety,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Better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Society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57935B-F983-4945-9854-B933220E6DAF}"/>
              </a:ext>
            </a:extLst>
          </p:cNvPr>
          <p:cNvSpPr/>
          <p:nvPr/>
        </p:nvSpPr>
        <p:spPr>
          <a:xfrm>
            <a:off x="5859780" y="2941320"/>
            <a:ext cx="1927860" cy="1531620"/>
          </a:xfrm>
          <a:prstGeom prst="roundRect">
            <a:avLst/>
          </a:prstGeom>
          <a:solidFill>
            <a:srgbClr val="006600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latin typeface="Comic Sans MS" panose="030F0702030302020204" pitchFamily="66" charset="0"/>
              </a:rPr>
              <a:t>Biodiversity</a:t>
            </a:r>
          </a:p>
          <a:p>
            <a:pPr algn="ctr"/>
            <a:r>
              <a:rPr lang="en-IN" b="1">
                <a:latin typeface="Comic Sans MS" panose="030F0702030302020204" pitchFamily="66" charset="0"/>
              </a:rPr>
              <a:t>Is The Key</a:t>
            </a:r>
          </a:p>
          <a:p>
            <a:pPr algn="ctr"/>
            <a:r>
              <a:rPr lang="en-IN" b="1">
                <a:latin typeface="Comic Sans MS" panose="030F0702030302020204" pitchFamily="66" charset="0"/>
              </a:rPr>
              <a:t>So We Can All </a:t>
            </a:r>
          </a:p>
          <a:p>
            <a:pPr algn="ctr"/>
            <a:r>
              <a:rPr lang="en-IN" b="1">
                <a:latin typeface="Comic Sans MS" panose="030F0702030302020204" pitchFamily="66" charset="0"/>
              </a:rPr>
              <a:t>Live In Green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BDD30A-6705-4408-BC49-9AC9CB2C3E7C}"/>
              </a:ext>
            </a:extLst>
          </p:cNvPr>
          <p:cNvSpPr/>
          <p:nvPr/>
        </p:nvSpPr>
        <p:spPr>
          <a:xfrm>
            <a:off x="5859780" y="137160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Go Green!!!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There is no planet B.</a:t>
            </a:r>
          </a:p>
          <a:p>
            <a:pPr algn="ctr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56283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4C9863-0D16-D47B-CF57-13383E8E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17992"/>
            <a:ext cx="12132091" cy="682201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C139D-56D9-4E69-A1E3-2AC08AE54541}"/>
              </a:ext>
            </a:extLst>
          </p:cNvPr>
          <p:cNvSpPr/>
          <p:nvPr/>
        </p:nvSpPr>
        <p:spPr>
          <a:xfrm>
            <a:off x="3878580" y="136398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Pls Save The Mother Earth!!</a:t>
            </a:r>
          </a:p>
          <a:p>
            <a:pPr algn="ctr"/>
            <a:endParaRPr lang="en-IN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198616-9585-49CA-8533-6529B3426739}"/>
              </a:ext>
            </a:extLst>
          </p:cNvPr>
          <p:cNvSpPr/>
          <p:nvPr/>
        </p:nvSpPr>
        <p:spPr>
          <a:xfrm>
            <a:off x="3878580" y="2941320"/>
            <a:ext cx="1927860" cy="1531620"/>
          </a:xfrm>
          <a:prstGeom prst="roundRect">
            <a:avLst/>
          </a:prstGeom>
          <a:solidFill>
            <a:srgbClr val="006600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more 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Variety,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Better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Society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57935B-F983-4945-9854-B933220E6DAF}"/>
              </a:ext>
            </a:extLst>
          </p:cNvPr>
          <p:cNvSpPr/>
          <p:nvPr/>
        </p:nvSpPr>
        <p:spPr>
          <a:xfrm>
            <a:off x="58597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Comic Sans MS" panose="030F0702030302020204" pitchFamily="66" charset="0"/>
            </a:endParaRP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Biodiversity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Is The Key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So We Can All 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Live In Green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BDD30A-6705-4408-BC49-9AC9CB2C3E7C}"/>
              </a:ext>
            </a:extLst>
          </p:cNvPr>
          <p:cNvSpPr/>
          <p:nvPr/>
        </p:nvSpPr>
        <p:spPr>
          <a:xfrm>
            <a:off x="5859780" y="137160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Go Green!!!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There is no planet B.</a:t>
            </a:r>
          </a:p>
          <a:p>
            <a:pPr algn="ctr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5707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">
            <a:extLst>
              <a:ext uri="{FF2B5EF4-FFF2-40B4-BE49-F238E27FC236}">
                <a16:creationId xmlns:a16="http://schemas.microsoft.com/office/drawing/2014/main" id="{9EEF95BF-DCC3-EB4B-B4C5-B4109E2035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650" b="9650"/>
          <a:stretch/>
        </p:blipFill>
        <p:spPr>
          <a:xfrm>
            <a:off x="29911" y="0"/>
            <a:ext cx="12132177" cy="682434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3C139D-56D9-4E69-A1E3-2AC08AE54541}"/>
              </a:ext>
            </a:extLst>
          </p:cNvPr>
          <p:cNvSpPr/>
          <p:nvPr/>
        </p:nvSpPr>
        <p:spPr>
          <a:xfrm>
            <a:off x="3878580" y="1363980"/>
            <a:ext cx="1927860" cy="1531620"/>
          </a:xfrm>
          <a:prstGeom prst="roundRect">
            <a:avLst/>
          </a:prstGeom>
          <a:solidFill>
            <a:srgbClr val="006600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Pls Save The Mother Earth!!</a:t>
            </a:r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198616-9585-49CA-8533-6529B3426739}"/>
              </a:ext>
            </a:extLst>
          </p:cNvPr>
          <p:cNvSpPr/>
          <p:nvPr/>
        </p:nvSpPr>
        <p:spPr>
          <a:xfrm>
            <a:off x="38785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more 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Variety,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 Better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Society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57935B-F983-4945-9854-B933220E6DAF}"/>
              </a:ext>
            </a:extLst>
          </p:cNvPr>
          <p:cNvSpPr/>
          <p:nvPr/>
        </p:nvSpPr>
        <p:spPr>
          <a:xfrm>
            <a:off x="5859780" y="294132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Comic Sans MS" panose="030F0702030302020204" pitchFamily="66" charset="0"/>
            </a:endParaRP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Biodiversity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Is The Key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So We Can All </a:t>
            </a:r>
          </a:p>
          <a:p>
            <a:pPr algn="ctr"/>
            <a:r>
              <a:rPr lang="en-IN" b="1" dirty="0">
                <a:latin typeface="Comic Sans MS" panose="030F0702030302020204" pitchFamily="66" charset="0"/>
              </a:rPr>
              <a:t>Live In Green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BDD30A-6705-4408-BC49-9AC9CB2C3E7C}"/>
              </a:ext>
            </a:extLst>
          </p:cNvPr>
          <p:cNvSpPr/>
          <p:nvPr/>
        </p:nvSpPr>
        <p:spPr>
          <a:xfrm>
            <a:off x="5859780" y="1371600"/>
            <a:ext cx="1927860" cy="1531620"/>
          </a:xfrm>
          <a:prstGeom prst="roundRect">
            <a:avLst/>
          </a:prstGeom>
          <a:solidFill>
            <a:srgbClr val="90E8B4">
              <a:alpha val="55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Go Green!!!</a:t>
            </a:r>
          </a:p>
          <a:p>
            <a:pPr algn="ctr"/>
            <a:r>
              <a:rPr lang="en-IN" sz="2000" b="1" dirty="0">
                <a:latin typeface="Comic Sans MS" panose="030F0702030302020204" pitchFamily="66" charset="0"/>
              </a:rPr>
              <a:t>There is no planet B.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77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500+ Biodiversity Pictures | Download Free Images on Unsplash">
            <a:extLst>
              <a:ext uri="{FF2B5EF4-FFF2-40B4-BE49-F238E27FC236}">
                <a16:creationId xmlns:a16="http://schemas.microsoft.com/office/drawing/2014/main" id="{29552651-4F66-4E3B-4D99-53F21CEB5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" r="1111"/>
          <a:stretch/>
        </p:blipFill>
        <p:spPr bwMode="auto">
          <a:xfrm>
            <a:off x="0" y="1073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E3A4FC-6DC9-A407-9B17-FF936BCC6D82}"/>
              </a:ext>
            </a:extLst>
          </p:cNvPr>
          <p:cNvSpPr txBox="1"/>
          <p:nvPr/>
        </p:nvSpPr>
        <p:spPr>
          <a:xfrm>
            <a:off x="2346068" y="1955756"/>
            <a:ext cx="746614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>
                <a:solidFill>
                  <a:srgbClr val="00B050"/>
                </a:solidFill>
                <a:latin typeface="Comic Sans MS" panose="030F0702030302020204" pitchFamily="66" charset="0"/>
              </a:rPr>
              <a:t>Than</a:t>
            </a:r>
            <a:r>
              <a:rPr lang="en-IN" sz="11500" b="1" dirty="0">
                <a:solidFill>
                  <a:srgbClr val="5DE99C"/>
                </a:solidFill>
                <a:latin typeface="Comic Sans MS" panose="030F0702030302020204" pitchFamily="66" charset="0"/>
              </a:rPr>
              <a:t>kyou</a:t>
            </a:r>
            <a:r>
              <a:rPr lang="en-IN" sz="11500" b="1" dirty="0">
                <a:solidFill>
                  <a:srgbClr val="90E8B4"/>
                </a:solidFill>
                <a:latin typeface="Comic Sans MS" panose="030F0702030302020204" pitchFamily="66" charset="0"/>
              </a:rPr>
              <a:t>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D52DF-F065-2225-1BDA-F419A2891B10}"/>
              </a:ext>
            </a:extLst>
          </p:cNvPr>
          <p:cNvSpPr txBox="1"/>
          <p:nvPr/>
        </p:nvSpPr>
        <p:spPr>
          <a:xfrm>
            <a:off x="8499231" y="6139379"/>
            <a:ext cx="3692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Modern Love" panose="04090805081005020601" pitchFamily="82" charset="0"/>
              </a:rPr>
              <a:t>Vinay Bobade</a:t>
            </a:r>
          </a:p>
        </p:txBody>
      </p:sp>
    </p:spTree>
    <p:extLst>
      <p:ext uri="{BB962C8B-B14F-4D97-AF65-F5344CB8AC3E}">
        <p14:creationId xmlns:p14="http://schemas.microsoft.com/office/powerpoint/2010/main" val="19766513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5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6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6" presetClass="exit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50"/>
                            </p:stCondLst>
                            <p:childTnLst>
                              <p:par>
                                <p:cTn id="40" presetID="22" presetClass="exit" presetSubtype="4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 build="allAtOnce"/>
      <p:bldP spid="3" grpId="0"/>
      <p:bldP spid="3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148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Baguet Script</vt:lpstr>
      <vt:lpstr>Calibri</vt:lpstr>
      <vt:lpstr>Calibri Light</vt:lpstr>
      <vt:lpstr>Comic Sans MS</vt:lpstr>
      <vt:lpstr>Modern Love</vt:lpstr>
      <vt:lpstr>Office Theme</vt:lpstr>
      <vt:lpstr>Biodiversity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</dc:title>
  <dc:creator>Vinay Bobade</dc:creator>
  <cp:lastModifiedBy>Vinay Bobade</cp:lastModifiedBy>
  <cp:revision>7</cp:revision>
  <dcterms:created xsi:type="dcterms:W3CDTF">2022-08-24T11:39:52Z</dcterms:created>
  <dcterms:modified xsi:type="dcterms:W3CDTF">2022-08-24T16:35:33Z</dcterms:modified>
</cp:coreProperties>
</file>